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3640a5c419474f" /><Relationship Type="http://schemas.openxmlformats.org/officeDocument/2006/relationships/extended-properties" Target="/docProps/app.xml" Id="Rba5095994a624f3d" /><Relationship Type="http://schemas.openxmlformats.org/officeDocument/2006/relationships/officeDocument" Target="/ppt/presentation.xml" Id="R973ae5a5a3f54e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441aba6bb74310"/>
  </p:sldMasterIdLst>
  <p:notesMasterIdLst>
    <p:notesMasterId xmlns:r="http://schemas.openxmlformats.org/officeDocument/2006/relationships" r:id="R9a1ee5e201a74561"/>
  </p:notesMasterIdLst>
  <p:sldIdLst>
    <p:sldId xmlns:r="http://schemas.openxmlformats.org/officeDocument/2006/relationships" id="256" r:id="Rce6a595d623a4c6d"/>
    <p:sldId xmlns:r="http://schemas.openxmlformats.org/officeDocument/2006/relationships" id="257" r:id="Rdd4e7bfb68f94fca"/>
    <p:sldId xmlns:r="http://schemas.openxmlformats.org/officeDocument/2006/relationships" id="258" r:id="R91c1bf140f1d4835"/>
    <p:sldId xmlns:r="http://schemas.openxmlformats.org/officeDocument/2006/relationships" id="259" r:id="R9df6143ca06a4858"/>
    <p:sldId xmlns:r="http://schemas.openxmlformats.org/officeDocument/2006/relationships" id="260" r:id="R6c741a9b9f054baf"/>
    <p:sldId xmlns:r="http://schemas.openxmlformats.org/officeDocument/2006/relationships" id="261" r:id="R9aab1e47583c4f25"/>
    <p:sldId xmlns:r="http://schemas.openxmlformats.org/officeDocument/2006/relationships" id="262" r:id="R7d67782fd32e49fd"/>
    <p:sldId xmlns:r="http://schemas.openxmlformats.org/officeDocument/2006/relationships" id="263" r:id="R737589f6b9154e7f"/>
    <p:sldId xmlns:r="http://schemas.openxmlformats.org/officeDocument/2006/relationships" id="264" r:id="Rd381577f27a549cd"/>
    <p:sldId xmlns:r="http://schemas.openxmlformats.org/officeDocument/2006/relationships" id="265" r:id="Re64f7f2b095d4257"/>
    <p:sldId xmlns:r="http://schemas.openxmlformats.org/officeDocument/2006/relationships" id="266" r:id="Rca51326057244552"/>
    <p:sldId xmlns:r="http://schemas.openxmlformats.org/officeDocument/2006/relationships" id="267" r:id="R23227b4e90b64987"/>
    <p:sldId xmlns:r="http://schemas.openxmlformats.org/officeDocument/2006/relationships" id="268" r:id="R9dba1bec6b3c46d8"/>
    <p:sldId xmlns:r="http://schemas.openxmlformats.org/officeDocument/2006/relationships" id="269" r:id="R7060436ba070445f"/>
    <p:sldId xmlns:r="http://schemas.openxmlformats.org/officeDocument/2006/relationships" id="270" r:id="R22ee46a2ed914f2a"/>
    <p:sldId xmlns:r="http://schemas.openxmlformats.org/officeDocument/2006/relationships" id="271" r:id="R7735e26a6eae49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f7a8f412da4fbb" /><Relationship Type="http://schemas.openxmlformats.org/officeDocument/2006/relationships/slideMaster" Target="/ppt/slideMasters/slideMaster1.xml" Id="R7d441aba6bb74310" /><Relationship Type="http://schemas.openxmlformats.org/officeDocument/2006/relationships/notesMaster" Target="/ppt/notesMasters/notesMaster1.xml" Id="R9a1ee5e201a74561" /><Relationship Type="http://schemas.openxmlformats.org/officeDocument/2006/relationships/presProps" Target="/ppt/presProps.xml" Id="R3f910c8ac20e48e5" /><Relationship Type="http://schemas.openxmlformats.org/officeDocument/2006/relationships/viewProps" Target="/ppt/viewProps.xml" Id="R90460e340fd44cd7" /><Relationship Type="http://schemas.openxmlformats.org/officeDocument/2006/relationships/tableStyles" Target="/ppt/tableStyles.xml" Id="R5b29b035a6114336" /><Relationship Type="http://schemas.openxmlformats.org/officeDocument/2006/relationships/slide" Target="/ppt/slides/slide1.xml" Id="Rce6a595d623a4c6d" /><Relationship Type="http://schemas.openxmlformats.org/officeDocument/2006/relationships/slide" Target="/ppt/slides/slide2.xml" Id="Rdd4e7bfb68f94fca" /><Relationship Type="http://schemas.openxmlformats.org/officeDocument/2006/relationships/slide" Target="/ppt/slides/slide3.xml" Id="R91c1bf140f1d4835" /><Relationship Type="http://schemas.openxmlformats.org/officeDocument/2006/relationships/slide" Target="/ppt/slides/slide4.xml" Id="R9df6143ca06a4858" /><Relationship Type="http://schemas.openxmlformats.org/officeDocument/2006/relationships/slide" Target="/ppt/slides/slide5.xml" Id="R6c741a9b9f054baf" /><Relationship Type="http://schemas.openxmlformats.org/officeDocument/2006/relationships/slide" Target="/ppt/slides/slide6.xml" Id="R9aab1e47583c4f25" /><Relationship Type="http://schemas.openxmlformats.org/officeDocument/2006/relationships/slide" Target="/ppt/slides/slide7.xml" Id="R7d67782fd32e49fd" /><Relationship Type="http://schemas.openxmlformats.org/officeDocument/2006/relationships/slide" Target="/ppt/slides/slide8.xml" Id="R737589f6b9154e7f" /><Relationship Type="http://schemas.openxmlformats.org/officeDocument/2006/relationships/slide" Target="/ppt/slides/slide9.xml" Id="Rd381577f27a549cd" /><Relationship Type="http://schemas.openxmlformats.org/officeDocument/2006/relationships/slide" Target="/ppt/slides/slide10.xml" Id="Re64f7f2b095d4257" /><Relationship Type="http://schemas.openxmlformats.org/officeDocument/2006/relationships/slide" Target="/ppt/slides/slide11.xml" Id="Rca51326057244552" /><Relationship Type="http://schemas.openxmlformats.org/officeDocument/2006/relationships/slide" Target="/ppt/slides/slide12.xml" Id="R23227b4e90b64987" /><Relationship Type="http://schemas.openxmlformats.org/officeDocument/2006/relationships/slide" Target="/ppt/slides/slide13.xml" Id="R9dba1bec6b3c46d8" /><Relationship Type="http://schemas.openxmlformats.org/officeDocument/2006/relationships/slide" Target="/ppt/slides/slide14.xml" Id="R7060436ba070445f" /><Relationship Type="http://schemas.openxmlformats.org/officeDocument/2006/relationships/slide" Target="/ppt/slides/slide15.xml" Id="R22ee46a2ed914f2a" /><Relationship Type="http://schemas.openxmlformats.org/officeDocument/2006/relationships/slide" Target="/ppt/slides/slide16.xml" Id="R7735e26a6eae49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ab9734c05c41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be168bc2074e13" /><Relationship Type="http://schemas.openxmlformats.org/officeDocument/2006/relationships/notesMaster" Target="/ppt/notesMasters/notesMaster1.xml" Id="R52bb2341ae0a4f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e2ad0b50f64ef2" /><Relationship Type="http://schemas.openxmlformats.org/officeDocument/2006/relationships/notesMaster" Target="/ppt/notesMasters/notesMaster1.xml" Id="Re7c6fc3d719748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d5735ce26e4ec1" /><Relationship Type="http://schemas.openxmlformats.org/officeDocument/2006/relationships/notesMaster" Target="/ppt/notesMasters/notesMaster1.xml" Id="Refea03ecd21044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3ccaecbd17481d" /><Relationship Type="http://schemas.openxmlformats.org/officeDocument/2006/relationships/notesMaster" Target="/ppt/notesMasters/notesMaster1.xml" Id="R817ce1a5d76d44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649c2a963e404b" /><Relationship Type="http://schemas.openxmlformats.org/officeDocument/2006/relationships/notesMaster" Target="/ppt/notesMasters/notesMaster1.xml" Id="R3252ae4c5eed46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71d999e361407e" /><Relationship Type="http://schemas.openxmlformats.org/officeDocument/2006/relationships/notesMaster" Target="/ppt/notesMasters/notesMaster1.xml" Id="R274a1a0341f24d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62fb8bf0324201" /><Relationship Type="http://schemas.openxmlformats.org/officeDocument/2006/relationships/notesMaster" Target="/ppt/notesMasters/notesMaster1.xml" Id="Reab491f24bca45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03774a18e946de" /><Relationship Type="http://schemas.openxmlformats.org/officeDocument/2006/relationships/notesMaster" Target="/ppt/notesMasters/notesMaster1.xml" Id="Rb4bbdfe6d2234d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f73784ffca4864" /><Relationship Type="http://schemas.openxmlformats.org/officeDocument/2006/relationships/notesMaster" Target="/ppt/notesMasters/notesMaster1.xml" Id="R79e78b75a72244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f6ff7c63fe4a1a" /><Relationship Type="http://schemas.openxmlformats.org/officeDocument/2006/relationships/notesMaster" Target="/ppt/notesMasters/notesMaster1.xml" Id="Ra9cb35404d8a4f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053c49f6534f93" /><Relationship Type="http://schemas.openxmlformats.org/officeDocument/2006/relationships/notesMaster" Target="/ppt/notesMasters/notesMaster1.xml" Id="Rd2b5fdf872ef46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e4d5695b4248db" /><Relationship Type="http://schemas.openxmlformats.org/officeDocument/2006/relationships/notesMaster" Target="/ppt/notesMasters/notesMaster1.xml" Id="Rf0561959d08b4f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7c858518be4c69" /><Relationship Type="http://schemas.openxmlformats.org/officeDocument/2006/relationships/notesMaster" Target="/ppt/notesMasters/notesMaster1.xml" Id="R789893b6721b4f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a0cc284928491f" /><Relationship Type="http://schemas.openxmlformats.org/officeDocument/2006/relationships/notesMaster" Target="/ppt/notesMasters/notesMaster1.xml" Id="R44257666137c47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eb42a4df3d42f3" /><Relationship Type="http://schemas.openxmlformats.org/officeDocument/2006/relationships/notesMaster" Target="/ppt/notesMasters/notesMaster1.xml" Id="R7f35310d2f5f465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3a383a35f94237" /><Relationship Type="http://schemas.openxmlformats.org/officeDocument/2006/relationships/notesMaster" Target="/ppt/notesMasters/notesMaster1.xml" Id="R8106e02b6fc44b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Screenshots captured from the local KumbhRakshak demo on 3 October 2026. Both 3D scenes are schematic and must not be used as an official site plan or emergency route.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Screenshots captured from the local KumbhRakshak demo on 3 October 2026. Dashboard indicators and forecast values shown are simulated, not measured field data.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Reference links for slide 15: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https://nashik.gov.in/en/tourist-place/ramkund-nashik/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https://nashik.gov.in/en/tourist-place/kushavart-tirtha-trimbakeshwar/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https://link.springer.com/article/10.1007/s40009-022-01114-w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https://github.com/hardiksedani/mahakumbh_projects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b4979cbe8442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8286e9d7e4f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49a1e338a0471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8af0c2e5d4c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3d45130674c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2c61904844ba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f2f356dd0b40a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9666a3cc65467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bab38cc32c4888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B833E4F2-11D0-4509-8CD7-7643988DA6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8F79D929-3112-44BB-B931-1F6B34193A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2">
            <a:extLst xmlns:a="http://schemas.openxmlformats.org/drawingml/2006/main">
              <a:ext uri="{FF2B5EF4-FFF2-40B4-BE49-F238E27FC236}">
                <a16:creationId xmlns:a16="http://schemas.microsoft.com/office/drawing/2014/main" id="{5683AEDB-792D-4EFC-89B3-88F8362F98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2">
            <a:extLst xmlns:a="http://schemas.openxmlformats.org/drawingml/2006/main">
              <a:ext uri="{FF2B5EF4-FFF2-40B4-BE49-F238E27FC236}">
                <a16:creationId xmlns:a16="http://schemas.microsoft.com/office/drawing/2014/main" id="{5F03CCE9-9414-43BF-940D-56624A48A6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" name="Google Shape;20;p2">
            <a:extLst xmlns:a="http://schemas.openxmlformats.org/drawingml/2006/main">
              <a:ext uri="{FF2B5EF4-FFF2-40B4-BE49-F238E27FC236}">
                <a16:creationId xmlns:a16="http://schemas.microsoft.com/office/drawing/2014/main" id="{A02D0C0C-F616-4986-AB26-9119D5F52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5">
            <a:extLst xmlns:a="http://schemas.openxmlformats.org/drawingml/2006/main">
              <a:ext uri="{FF2B5EF4-FFF2-40B4-BE49-F238E27FC236}">
                <a16:creationId xmlns:a16="http://schemas.microsoft.com/office/drawing/2014/main" id="{12B6518F-442C-4516-8BE1-3AD99D13D9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5" name="Google Shape;35;p5">
            <a:extLst xmlns:a="http://schemas.openxmlformats.org/drawingml/2006/main">
              <a:ext uri="{FF2B5EF4-FFF2-40B4-BE49-F238E27FC236}">
                <a16:creationId xmlns:a16="http://schemas.microsoft.com/office/drawing/2014/main" id="{D8E5A29E-40C1-429D-805E-71051D5AED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6" name="Google Shape;36;p5">
            <a:extLst xmlns:a="http://schemas.openxmlformats.org/drawingml/2006/main">
              <a:ext uri="{FF2B5EF4-FFF2-40B4-BE49-F238E27FC236}">
                <a16:creationId xmlns:a16="http://schemas.microsoft.com/office/drawing/2014/main" id="{13E08D8D-F148-4F20-96E9-AB96EF16D2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7" name="Google Shape;37;p5">
            <a:extLst xmlns:a="http://schemas.openxmlformats.org/drawingml/2006/main">
              <a:ext uri="{FF2B5EF4-FFF2-40B4-BE49-F238E27FC236}">
                <a16:creationId xmlns:a16="http://schemas.microsoft.com/office/drawing/2014/main" id="{1EB5C8B3-D0E5-48CD-8060-2ACE90495D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5">
            <a:extLst xmlns:a="http://schemas.openxmlformats.org/drawingml/2006/main">
              <a:ext uri="{FF2B5EF4-FFF2-40B4-BE49-F238E27FC236}">
                <a16:creationId xmlns:a16="http://schemas.microsoft.com/office/drawing/2014/main" id="{DDAAA64B-56D3-4C23-A856-AFDED39198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07FF6EDF-D8E4-4A77-976E-4C0B4C0AB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ADBE6DF8-E2B9-4E74-9D1C-57A631AAAB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95FE8E59-A1C0-4172-B3CA-2CBE001C88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6">
            <a:extLst xmlns:a="http://schemas.openxmlformats.org/drawingml/2006/main">
              <a:ext uri="{FF2B5EF4-FFF2-40B4-BE49-F238E27FC236}">
                <a16:creationId xmlns:a16="http://schemas.microsoft.com/office/drawing/2014/main" id="{79C5B3CA-B3B6-47C5-B59C-FC33B3A0C8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6">
            <a:extLst xmlns:a="http://schemas.openxmlformats.org/drawingml/2006/main">
              <a:ext uri="{FF2B5EF4-FFF2-40B4-BE49-F238E27FC236}">
                <a16:creationId xmlns:a16="http://schemas.microsoft.com/office/drawing/2014/main" id="{EEBE9566-674D-4F97-B341-B83D61F8B91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6">
            <a:extLst xmlns:a="http://schemas.openxmlformats.org/drawingml/2006/main">
              <a:ext uri="{FF2B5EF4-FFF2-40B4-BE49-F238E27FC236}">
                <a16:creationId xmlns:a16="http://schemas.microsoft.com/office/drawing/2014/main" id="{89812370-F0D4-43EA-91C9-3D2C67AA7F3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6">
            <a:extLst xmlns:a="http://schemas.openxmlformats.org/drawingml/2006/main">
              <a:ext uri="{FF2B5EF4-FFF2-40B4-BE49-F238E27FC236}">
                <a16:creationId xmlns:a16="http://schemas.microsoft.com/office/drawing/2014/main" id="{5BF1D75F-ACDD-4A4F-A517-B12B32205D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6">
            <a:extLst xmlns:a="http://schemas.openxmlformats.org/drawingml/2006/main">
              <a:ext uri="{FF2B5EF4-FFF2-40B4-BE49-F238E27FC236}">
                <a16:creationId xmlns:a16="http://schemas.microsoft.com/office/drawing/2014/main" id="{E19A3CA8-AA92-4B50-AA9A-BBFB37C997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6">
            <a:extLst xmlns:a="http://schemas.openxmlformats.org/drawingml/2006/main">
              <a:ext uri="{FF2B5EF4-FFF2-40B4-BE49-F238E27FC236}">
                <a16:creationId xmlns:a16="http://schemas.microsoft.com/office/drawing/2014/main" id="{C95B379C-51C0-4867-8FA5-3732D3D26C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C221D92F-46D8-494D-B33D-14F773CC15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1" name="Google Shape;51;p7">
            <a:extLst xmlns:a="http://schemas.openxmlformats.org/drawingml/2006/main">
              <a:ext uri="{FF2B5EF4-FFF2-40B4-BE49-F238E27FC236}">
                <a16:creationId xmlns:a16="http://schemas.microsoft.com/office/drawing/2014/main" id="{3D592DDF-3A1C-42BD-BF56-ED0CD45C66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7">
            <a:extLst xmlns:a="http://schemas.openxmlformats.org/drawingml/2006/main">
              <a:ext uri="{FF2B5EF4-FFF2-40B4-BE49-F238E27FC236}">
                <a16:creationId xmlns:a16="http://schemas.microsoft.com/office/drawing/2014/main" id="{FF09E04E-6FE6-47B9-B524-8687B1172E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Google Shape;53;p7">
            <a:extLst xmlns:a="http://schemas.openxmlformats.org/drawingml/2006/main">
              <a:ext uri="{FF2B5EF4-FFF2-40B4-BE49-F238E27FC236}">
                <a16:creationId xmlns:a16="http://schemas.microsoft.com/office/drawing/2014/main" id="{2FBDAD7D-EE4E-4893-A0C2-A15EBEEF0B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992E1086-CF11-4244-8B69-2EEA38C364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2ECBF20A-B2DD-4CB3-9EC9-1FFC1CDD5B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8">
            <a:extLst xmlns:a="http://schemas.openxmlformats.org/drawingml/2006/main">
              <a:ext uri="{FF2B5EF4-FFF2-40B4-BE49-F238E27FC236}">
                <a16:creationId xmlns:a16="http://schemas.microsoft.com/office/drawing/2014/main" id="{B67257F9-68FE-459B-9B6E-3694C0FB27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7C49733F-2D1B-4341-B863-BA9D334D46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A0149826-1E65-4F44-BC79-B92D674018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7645662D-98E0-4344-B2EA-8A9E266D6B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59EAC009-76FE-41C0-A565-43B79F0C99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2D5B1270-2F8F-48BA-BD78-04698CEBFC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BA627F14-67A0-46AA-8015-94E7D5C620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775C04C8-DF72-416F-AF8D-6341B7402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751389F-F052-4D51-9859-2DCB1B19507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1927B601-0EA9-404D-A31F-F5F3CBB7E9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69" name="Google Shape;69;p10">
            <a:extLst xmlns:a="http://schemas.openxmlformats.org/drawingml/2006/main">
              <a:ext uri="{FF2B5EF4-FFF2-40B4-BE49-F238E27FC236}">
                <a16:creationId xmlns:a16="http://schemas.microsoft.com/office/drawing/2014/main" id="{A2A02692-5632-4C4B-A040-D26762AFBC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91FCD683-A7AF-46E0-AB31-26965BFAE1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5969303A-71A4-40B8-8E2B-41137FAA62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30C7882A-2B80-4D1C-845E-4F955FB56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4" name="Google Shape;74;p11">
            <a:extLst xmlns:a="http://schemas.openxmlformats.org/drawingml/2006/main">
              <a:ext uri="{FF2B5EF4-FFF2-40B4-BE49-F238E27FC236}">
                <a16:creationId xmlns:a16="http://schemas.microsoft.com/office/drawing/2014/main" id="{5E08496C-CFEB-4FF5-96CC-D3C7F2F5A6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EA07A6D0-AF95-47D6-8C52-F463C261C4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A99C852B-457D-4ABC-A1F6-C59A136818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6372ABF-28BA-4A08-9CC4-A52035022B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CEA3B778-DF4B-4532-888C-F5D383BE5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0" name="Google Shape;80;p12">
            <a:extLst xmlns:a="http://schemas.openxmlformats.org/drawingml/2006/main">
              <a:ext uri="{FF2B5EF4-FFF2-40B4-BE49-F238E27FC236}">
                <a16:creationId xmlns:a16="http://schemas.microsoft.com/office/drawing/2014/main" id="{F3B3F103-0599-49FC-AF93-ABC08D9448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1" name="Google Shape;81;p12">
            <a:extLst xmlns:a="http://schemas.openxmlformats.org/drawingml/2006/main">
              <a:ext uri="{FF2B5EF4-FFF2-40B4-BE49-F238E27FC236}">
                <a16:creationId xmlns:a16="http://schemas.microsoft.com/office/drawing/2014/main" id="{F8F66823-DFC4-4301-A70D-FBDF7313AB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8AF67980-24FE-456E-89C5-675E1D2FE3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F10FBFB0-83B1-45D6-B0C9-46492EB52B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e6b05648ef457c" /><Relationship Type="http://schemas.openxmlformats.org/officeDocument/2006/relationships/slideLayout" Target="/ppt/slideLayouts/slideLayout1.xml" Id="R11ed6e2dbcd44449" /><Relationship Type="http://schemas.openxmlformats.org/officeDocument/2006/relationships/slideLayout" Target="/ppt/slideLayouts/slideLayout2.xml" Id="R0fac950f699d424c" /><Relationship Type="http://schemas.openxmlformats.org/officeDocument/2006/relationships/slideLayout" Target="/ppt/slideLayouts/slideLayout3.xml" Id="R0f1a61dccb884b87" /><Relationship Type="http://schemas.openxmlformats.org/officeDocument/2006/relationships/slideLayout" Target="/ppt/slideLayouts/slideLayout4.xml" Id="R01fc32d0ace34bc8" /><Relationship Type="http://schemas.openxmlformats.org/officeDocument/2006/relationships/slideLayout" Target="/ppt/slideLayouts/slideLayout5.xml" Id="Raf052f88e12c4cd9" /><Relationship Type="http://schemas.openxmlformats.org/officeDocument/2006/relationships/slideLayout" Target="/ppt/slideLayouts/slideLayout6.xml" Id="Rb33646c568564400" /><Relationship Type="http://schemas.openxmlformats.org/officeDocument/2006/relationships/slideLayout" Target="/ppt/slideLayouts/slideLayout7.xml" Id="R163bed897841419d" /><Relationship Type="http://schemas.openxmlformats.org/officeDocument/2006/relationships/slideLayout" Target="/ppt/slideLayouts/slideLayout8.xml" Id="Rcc7e1e5473244023" /><Relationship Type="http://schemas.openxmlformats.org/officeDocument/2006/relationships/slideLayout" Target="/ppt/slideLayouts/slideLayout9.xml" Id="R208407a343b448b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78E7C1A6-7AE3-4B04-9F13-630CF89EE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02506C81-64AD-4FD9-9ED6-25C1648C4D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1">
            <a:extLst xmlns:a="http://schemas.openxmlformats.org/drawingml/2006/main">
              <a:ext uri="{FF2B5EF4-FFF2-40B4-BE49-F238E27FC236}">
                <a16:creationId xmlns:a16="http://schemas.microsoft.com/office/drawing/2014/main" id="{4E707A81-95B6-4678-9292-419A582EA1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1">
            <a:extLst xmlns:a="http://schemas.openxmlformats.org/drawingml/2006/main">
              <a:ext uri="{FF2B5EF4-FFF2-40B4-BE49-F238E27FC236}">
                <a16:creationId xmlns:a16="http://schemas.microsoft.com/office/drawing/2014/main" id="{93F0530A-3DF8-44CE-A6F8-AE435A6C9C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4" name="Google Shape;14;p1">
            <a:extLst xmlns:a="http://schemas.openxmlformats.org/drawingml/2006/main">
              <a:ext uri="{FF2B5EF4-FFF2-40B4-BE49-F238E27FC236}">
                <a16:creationId xmlns:a16="http://schemas.microsoft.com/office/drawing/2014/main" id="{3236F0BA-07CE-46DB-97AD-CBC797328D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ed6e2dbcd44449"/>
    <p:sldLayoutId xmlns:r="http://schemas.openxmlformats.org/officeDocument/2006/relationships" id="2147483650" r:id="R0fac950f699d424c"/>
    <p:sldLayoutId xmlns:r="http://schemas.openxmlformats.org/officeDocument/2006/relationships" id="2147483651" r:id="R0f1a61dccb884b87"/>
    <p:sldLayoutId xmlns:r="http://schemas.openxmlformats.org/officeDocument/2006/relationships" id="2147483652" r:id="R01fc32d0ace34bc8"/>
    <p:sldLayoutId xmlns:r="http://schemas.openxmlformats.org/officeDocument/2006/relationships" id="2147483653" r:id="Raf052f88e12c4cd9"/>
    <p:sldLayoutId xmlns:r="http://schemas.openxmlformats.org/officeDocument/2006/relationships" id="2147483654" r:id="Rb33646c568564400"/>
    <p:sldLayoutId xmlns:r="http://schemas.openxmlformats.org/officeDocument/2006/relationships" id="2147483655" r:id="R163bed897841419d"/>
    <p:sldLayoutId xmlns:r="http://schemas.openxmlformats.org/officeDocument/2006/relationships" id="2147483656" r:id="Rcc7e1e5473244023"/>
    <p:sldLayoutId xmlns:r="http://schemas.openxmlformats.org/officeDocument/2006/relationships" id="2147483657" r:id="R208407a343b448b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51142e63b4f3e" /><Relationship Type="http://schemas.openxmlformats.org/officeDocument/2006/relationships/image" Target="/ppt/media/image.png" Id="R4c2c75f84ea94e61" /><Relationship Type="http://schemas.openxmlformats.org/officeDocument/2006/relationships/image" Target="/ppt/media/image2.png" Id="Ra69930c855ff4646" /><Relationship Type="http://schemas.openxmlformats.org/officeDocument/2006/relationships/image" Target="/ppt/media/image3.png" Id="Re108c7270d3c4bee" /><Relationship Type="http://schemas.openxmlformats.org/officeDocument/2006/relationships/image" Target="/ppt/media/image4.png" Id="R927a0061a9c64b4c" /><Relationship Type="http://schemas.openxmlformats.org/officeDocument/2006/relationships/notesSlide" Target="/ppt/notesSlides/notesSlide1.xml" Id="R052fa21f413642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4781e34d5483c" /><Relationship Type="http://schemas.openxmlformats.org/officeDocument/2006/relationships/image" Target="/ppt/media/image.png" Id="R50f482c33d454300" /><Relationship Type="http://schemas.openxmlformats.org/officeDocument/2006/relationships/image" Target="/ppt/media/image2.png" Id="R5c5a77a735df4208" /><Relationship Type="http://schemas.openxmlformats.org/officeDocument/2006/relationships/image" Target="/ppt/media/image3.png" Id="Re359da48164c4a08" /><Relationship Type="http://schemas.openxmlformats.org/officeDocument/2006/relationships/image" Target="/ppt/media/image4.png" Id="R0d06fa8a2be243cb" /><Relationship Type="http://schemas.openxmlformats.org/officeDocument/2006/relationships/notesSlide" Target="/ppt/notesSlides/notesSlide2.xml" Id="Rd37db8bc0b3641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975e2ab244d13" /><Relationship Type="http://schemas.openxmlformats.org/officeDocument/2006/relationships/image" Target="/ppt/media/image.png" Id="Rf2d1c024cb884771" /><Relationship Type="http://schemas.openxmlformats.org/officeDocument/2006/relationships/image" Target="/ppt/media/image2.png" Id="Re89e7e9ee8c24cf3" /><Relationship Type="http://schemas.openxmlformats.org/officeDocument/2006/relationships/image" Target="/ppt/media/image3.png" Id="R3eaaece78c1944d5" /><Relationship Type="http://schemas.openxmlformats.org/officeDocument/2006/relationships/image" Target="/ppt/media/image4.png" Id="R91794c99dc234808" /><Relationship Type="http://schemas.openxmlformats.org/officeDocument/2006/relationships/notesSlide" Target="/ppt/notesSlides/notesSlide3.xml" Id="R36e110d1d33443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d02a1e5c24d42" /><Relationship Type="http://schemas.openxmlformats.org/officeDocument/2006/relationships/image" Target="/ppt/media/image.png" Id="R00c034bed4df43c6" /><Relationship Type="http://schemas.openxmlformats.org/officeDocument/2006/relationships/image" Target="/ppt/media/image2.png" Id="Rca41ab1321784f82" /><Relationship Type="http://schemas.openxmlformats.org/officeDocument/2006/relationships/image" Target="/ppt/media/image3.png" Id="Ra48e18027f3e45f4" /><Relationship Type="http://schemas.openxmlformats.org/officeDocument/2006/relationships/image" Target="/ppt/media/image4.png" Id="Re5a92ee871d949da" /><Relationship Type="http://schemas.openxmlformats.org/officeDocument/2006/relationships/notesSlide" Target="/ppt/notesSlides/notesSlide4.xml" Id="Ra9c69a88415349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8c06d39054001" /><Relationship Type="http://schemas.openxmlformats.org/officeDocument/2006/relationships/image" Target="/ppt/media/image.png" Id="Rdea10442353b42d7" /><Relationship Type="http://schemas.openxmlformats.org/officeDocument/2006/relationships/image" Target="/ppt/media/image2.png" Id="Ra37834c47f294e16" /><Relationship Type="http://schemas.openxmlformats.org/officeDocument/2006/relationships/image" Target="/ppt/media/image3.png" Id="R9ba120e31b8348e4" /><Relationship Type="http://schemas.openxmlformats.org/officeDocument/2006/relationships/image" Target="/ppt/media/image4.png" Id="R14ab5f7f64c84934" /><Relationship Type="http://schemas.openxmlformats.org/officeDocument/2006/relationships/notesSlide" Target="/ppt/notesSlides/notesSlide5.xml" Id="R878336cd2e954a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e8d848c5b419e" /><Relationship Type="http://schemas.openxmlformats.org/officeDocument/2006/relationships/image" Target="/ppt/media/image.png" Id="R2d031fd600cc475f" /><Relationship Type="http://schemas.openxmlformats.org/officeDocument/2006/relationships/image" Target="/ppt/media/image2.png" Id="Rb267fc96308c48c4" /><Relationship Type="http://schemas.openxmlformats.org/officeDocument/2006/relationships/image" Target="/ppt/media/image3.png" Id="R6d70e748e3f447d0" /><Relationship Type="http://schemas.openxmlformats.org/officeDocument/2006/relationships/image" Target="/ppt/media/image4.png" Id="R97ee01db4e4d46bc" /><Relationship Type="http://schemas.openxmlformats.org/officeDocument/2006/relationships/notesSlide" Target="/ppt/notesSlides/notesSlide6.xml" Id="R9c53e6dabc8d4a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4f3d724e14f4f" /><Relationship Type="http://schemas.openxmlformats.org/officeDocument/2006/relationships/image" Target="/ppt/media/image.png" Id="R1c5269c294634b37" /><Relationship Type="http://schemas.openxmlformats.org/officeDocument/2006/relationships/image" Target="/ppt/media/image2.png" Id="R756ba29fbf39458a" /><Relationship Type="http://schemas.openxmlformats.org/officeDocument/2006/relationships/image" Target="/ppt/media/image3.png" Id="R7a2c826e5b5d4084" /><Relationship Type="http://schemas.openxmlformats.org/officeDocument/2006/relationships/image" Target="/ppt/media/image4.png" Id="R26d6697881b0448e" /><Relationship Type="http://schemas.openxmlformats.org/officeDocument/2006/relationships/notesSlide" Target="/ppt/notesSlides/notesSlide7.xml" Id="Rc4762cbe835448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ce648012a4bcb" /><Relationship Type="http://schemas.openxmlformats.org/officeDocument/2006/relationships/image" Target="/ppt/media/image.png" Id="R61be33df88d24560" /><Relationship Type="http://schemas.openxmlformats.org/officeDocument/2006/relationships/image" Target="/ppt/media/image2.png" Id="Rc9e973ab3fad4979" /><Relationship Type="http://schemas.openxmlformats.org/officeDocument/2006/relationships/image" Target="/ppt/media/image3.png" Id="R6a1bca8266ae4990" /><Relationship Type="http://schemas.openxmlformats.org/officeDocument/2006/relationships/image" Target="/ppt/media/image4.png" Id="Rba3721068d0444e1" /><Relationship Type="http://schemas.openxmlformats.org/officeDocument/2006/relationships/notesSlide" Target="/ppt/notesSlides/notesSlide8.xml" Id="R6396ef90317f44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6809009ca43d7" /><Relationship Type="http://schemas.openxmlformats.org/officeDocument/2006/relationships/image" Target="/ppt/media/image.png" Id="Reb8f173c77224b42" /><Relationship Type="http://schemas.openxmlformats.org/officeDocument/2006/relationships/image" Target="/ppt/media/image2.png" Id="Rdf420562d3b44f29" /><Relationship Type="http://schemas.openxmlformats.org/officeDocument/2006/relationships/image" Target="/ppt/media/image3.png" Id="R773e4f347a7b432d" /><Relationship Type="http://schemas.openxmlformats.org/officeDocument/2006/relationships/image" Target="/ppt/media/image4.png" Id="R94e3f0b0ca4d4e28" /><Relationship Type="http://schemas.openxmlformats.org/officeDocument/2006/relationships/notesSlide" Target="/ppt/notesSlides/notesSlide9.xml" Id="R8f970e2917d54b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b74fb502c403f" /><Relationship Type="http://schemas.openxmlformats.org/officeDocument/2006/relationships/image" Target="/ppt/media/image.png" Id="Re5854d716ee04806" /><Relationship Type="http://schemas.openxmlformats.org/officeDocument/2006/relationships/image" Target="/ppt/media/image2.png" Id="R2f08b1a92d5a4c09" /><Relationship Type="http://schemas.openxmlformats.org/officeDocument/2006/relationships/image" Target="/ppt/media/image3.png" Id="Rfbe90d10c898412e" /><Relationship Type="http://schemas.openxmlformats.org/officeDocument/2006/relationships/image" Target="/ppt/media/image4.png" Id="R5c0a32da6b094941" /><Relationship Type="http://schemas.openxmlformats.org/officeDocument/2006/relationships/notesSlide" Target="/ppt/notesSlides/notesSlide10.xml" Id="Rb3836f0f0fa54d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e75236fc84fcc" /><Relationship Type="http://schemas.openxmlformats.org/officeDocument/2006/relationships/image" Target="/ppt/media/image.png" Id="Re9acad81e95e457a" /><Relationship Type="http://schemas.openxmlformats.org/officeDocument/2006/relationships/image" Target="/ppt/media/image2.png" Id="R81f01c5764554ad6" /><Relationship Type="http://schemas.openxmlformats.org/officeDocument/2006/relationships/image" Target="/ppt/media/image3.png" Id="R1b4553e27f39409a" /><Relationship Type="http://schemas.openxmlformats.org/officeDocument/2006/relationships/image" Target="/ppt/media/image4.png" Id="R13c989ae736944b8" /><Relationship Type="http://schemas.openxmlformats.org/officeDocument/2006/relationships/image" Target="/ppt/media/image.jpeg" Id="R6d66376c75f54b56" /><Relationship Type="http://schemas.openxmlformats.org/officeDocument/2006/relationships/image" Target="/ppt/media/image2.jpeg" Id="R90ed6e6557b3431d" /><Relationship Type="http://schemas.openxmlformats.org/officeDocument/2006/relationships/notesSlide" Target="/ppt/notesSlides/notesSlide11.xml" Id="R5e5614f75e1a45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5965425204a9a" /><Relationship Type="http://schemas.openxmlformats.org/officeDocument/2006/relationships/image" Target="/ppt/media/image.png" Id="Rf0e6cc3d7331480d" /><Relationship Type="http://schemas.openxmlformats.org/officeDocument/2006/relationships/image" Target="/ppt/media/image2.png" Id="R7a657d5a3bea4964" /><Relationship Type="http://schemas.openxmlformats.org/officeDocument/2006/relationships/image" Target="/ppt/media/image3.png" Id="R70d54954e8b847c1" /><Relationship Type="http://schemas.openxmlformats.org/officeDocument/2006/relationships/image" Target="/ppt/media/image4.png" Id="Rb6a4aabd289747a1" /><Relationship Type="http://schemas.openxmlformats.org/officeDocument/2006/relationships/image" Target="/ppt/media/image3.jpeg" Id="R99d3321168204b80" /><Relationship Type="http://schemas.openxmlformats.org/officeDocument/2006/relationships/image" Target="/ppt/media/image4.jpeg" Id="R9e883f892d154d89" /><Relationship Type="http://schemas.openxmlformats.org/officeDocument/2006/relationships/notesSlide" Target="/ppt/notesSlides/notesSlide12.xml" Id="R2737210f87e144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a4d2f1b614f15" /><Relationship Type="http://schemas.openxmlformats.org/officeDocument/2006/relationships/image" Target="/ppt/media/image.png" Id="R0210e1bce9b24083" /><Relationship Type="http://schemas.openxmlformats.org/officeDocument/2006/relationships/image" Target="/ppt/media/image2.png" Id="Ree9b16c07e794562" /><Relationship Type="http://schemas.openxmlformats.org/officeDocument/2006/relationships/image" Target="/ppt/media/image3.png" Id="Ree1dd37848f44d39" /><Relationship Type="http://schemas.openxmlformats.org/officeDocument/2006/relationships/image" Target="/ppt/media/image4.png" Id="Ra2bc08011d28486e" /><Relationship Type="http://schemas.openxmlformats.org/officeDocument/2006/relationships/notesSlide" Target="/ppt/notesSlides/notesSlide13.xml" Id="R1bb32be60bb34c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1557b3c4c4d39" /><Relationship Type="http://schemas.openxmlformats.org/officeDocument/2006/relationships/image" Target="/ppt/media/image.png" Id="R9ae5c7de3cbd40d6" /><Relationship Type="http://schemas.openxmlformats.org/officeDocument/2006/relationships/image" Target="/ppt/media/image2.png" Id="Rea1cfd95fac64571" /><Relationship Type="http://schemas.openxmlformats.org/officeDocument/2006/relationships/image" Target="/ppt/media/image3.png" Id="R593879a7367d4421" /><Relationship Type="http://schemas.openxmlformats.org/officeDocument/2006/relationships/image" Target="/ppt/media/image5.jpeg" Id="Rc4119350f7e74fdf" /><Relationship Type="http://schemas.openxmlformats.org/officeDocument/2006/relationships/notesSlide" Target="/ppt/notesSlides/notesSlide14.xml" Id="Ra1249f4fb94c425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c7149e7b64287" /><Relationship Type="http://schemas.openxmlformats.org/officeDocument/2006/relationships/image" Target="/ppt/media/image.png" Id="R71dfdf4fa5ba42ef" /><Relationship Type="http://schemas.openxmlformats.org/officeDocument/2006/relationships/image" Target="/ppt/media/image2.png" Id="Re46e03c4af3a453f" /><Relationship Type="http://schemas.openxmlformats.org/officeDocument/2006/relationships/image" Target="/ppt/media/image3.png" Id="Rf15992a783bc4baf" /><Relationship Type="http://schemas.openxmlformats.org/officeDocument/2006/relationships/image" Target="/ppt/media/image4.png" Id="R608d8ed4494d465b" /><Relationship Type="http://schemas.openxmlformats.org/officeDocument/2006/relationships/notesSlide" Target="/ppt/notesSlides/notesSlide15.xml" Id="Radbdd782967245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ff0e6d8c24d6f" /><Relationship Type="http://schemas.openxmlformats.org/officeDocument/2006/relationships/image" Target="/ppt/media/image.png" Id="R5605e70c3b514379" /><Relationship Type="http://schemas.openxmlformats.org/officeDocument/2006/relationships/image" Target="/ppt/media/image2.png" Id="R1b6950c88e284e8c" /><Relationship Type="http://schemas.openxmlformats.org/officeDocument/2006/relationships/image" Target="/ppt/media/image3.png" Id="R8ec014ed16974017" /><Relationship Type="http://schemas.openxmlformats.org/officeDocument/2006/relationships/image" Target="/ppt/media/image4.png" Id="R7e53ae0583d54f96" /><Relationship Type="http://schemas.openxmlformats.org/officeDocument/2006/relationships/notesSlide" Target="/ppt/notesSlides/notesSlide16.xml" Id="R602732ad1e8c47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8" name="Google Shape;8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2c75f84ea94e6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9" name="Google Shape;89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69930c855ff464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" name="Google Shape;90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08c7270d3c4be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8BAF58C0-56C2-4E7A-A42E-03FC3AC54E6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51CF10A5-AE34-4CCF-BD3F-46B145D6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00" y="1634625"/>
            <a:ext cx="10904400" cy="50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400" b="1" i="0" u="sng" cap="none">
                <a:solidFill>
                  <a:srgbClr val="052358"/>
                </a:solidFill>
                <a:latin typeface="Times New Roman"/>
                <a:ea typeface="Times New Roman"/>
                <a:cs typeface="Times New Roman"/>
              </a:rPr>
              <a:t>Department of Artificial Intelligence &amp; Data Science</a:t>
            </a:r>
            <a:endParaRPr sz="18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8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 i="0" u="none" cap="none">
                <a:solidFill>
                  <a:srgbClr val="052358"/>
                </a:solidFill>
                <a:latin typeface="Times New Roman"/>
                <a:ea typeface="Times New Roman"/>
                <a:cs typeface="Times New Roman"/>
              </a:rPr>
              <a:t>Academic Year 2025-26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0" algn="ctr">
              <a:buSzPts val="2500"/>
              <a:buNone/>
            </a:pPr>
            <a:r>
              <a:rPr sz="32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KumbhRakshak: Safety and Decision Support for Nashik-Trimbakeshwar</a:t>
            </a:r>
          </a:p>
          <a:p xmlns:a="http://schemas.openxmlformats.org/drawingml/2006/main">
            <a:pPr lvl="0" algn="ctr">
              <a:buSzPts val="2500"/>
              <a:buNone/>
            </a:pP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0" algn="ctr">
              <a:buSzPts val="2500"/>
              <a:buNone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Hardik Sedani T8-70</a:t>
            </a:r>
          </a:p>
          <a:p xmlns:a="http://schemas.openxmlformats.org/drawingml/2006/main">
            <a:pPr lvl="0" algn="ctr">
              <a:buSzPts val="2500"/>
              <a:buNone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Shubham Vishwakarma T5-13</a:t>
            </a:r>
            <a:endParaRPr sz="18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cap="none">
              <a:solidFill>
                <a:srgbClr val="052358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cap="none">
              <a:solidFill>
                <a:srgbClr val="052358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cap="none">
              <a:solidFill>
                <a:srgbClr val="6E3F0C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    						</a:t>
            </a:r>
            <a:r>
              <a:rPr sz="17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			               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a0061a9c64b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3189720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9" name="Google Shape;98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f482c33d45430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0" name="Google Shape;99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5a77a735df420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1" name="Google Shape;100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59da48164c4a0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4CBDD153-B19A-47E1-9CE1-B38550CCF90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8393A901-9ECE-404C-AE05-51ED730E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479" y="1433175"/>
            <a:ext cx="6373800" cy="64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Outline of Presentation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8A511B19-16E1-4802-B2CE-FD20EEA7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16" y="1626781"/>
            <a:ext cx="4703085" cy="5073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98450" marR="0" lvl="0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 i="0" u="non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</a:p>
          <a:p xmlns:a="http://schemas.openxmlformats.org/drawingml/2006/main">
            <a:pPr marL="298450" marR="0" lvl="0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 i="0" u="non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Problem statement/definition</a:t>
            </a: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marR="0" lvl="3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 i="0" u="non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Project Objectives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Literature Survey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Findings and Research Gap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Prototype Screenshots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Software /Hardware requirement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System design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System implementation 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Results </a:t>
            </a: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 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References </a:t>
            </a: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buNone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marR="0" lvl="3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marR="0" lvl="3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3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Noto Sans Symbols"/>
              <a:buChar char="⮚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3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Noto Sans Symbols"/>
              <a:buChar char="⮚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3" indent="-32893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2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3" indent="-32893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2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0" indent="-32893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2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0" indent="-32893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2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marR="0" lvl="0" indent="-285750">
              <a:spcBef>
                <a:spcPts val="1000"/>
              </a:spcBef>
              <a:spcAft>
                <a:spcPts val="0"/>
              </a:spcAft>
              <a:buFont typeface="Arial"/>
              <a:buChar char="•"/>
            </a:pPr>
            <a:r>
              <a:rPr sz="2000" b="1" i="0" u="non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</a:t>
            </a: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00050" marR="0" lvl="0" indent="-28575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6fa8a2be243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957130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6" name="Google Shape;10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d1c024cb88477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7" name="Google Shape;110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89e7e9ee8c24cf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8" name="Google Shape;111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aaece78c1944d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" name="Google Shape;113;p15">
            <a:extLst xmlns:a="http://schemas.openxmlformats.org/drawingml/2006/main">
              <a:ext uri="{FF2B5EF4-FFF2-40B4-BE49-F238E27FC236}">
                <a16:creationId xmlns:a16="http://schemas.microsoft.com/office/drawing/2014/main" id="{CD127EF8-25C0-4A8F-890A-809767A8CC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10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B31653AE-D151-4850-AAFF-27CEFCB4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7" y="1603661"/>
            <a:ext cx="6373800" cy="534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94c99dc2348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A2F62760-3690-458A-A20B-018C8960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KumbhRakshak: Nashik-Trimbakeshwar Safety Prototype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2027 Simhastha will need clear place context and timely information across ghats, routes and facilities.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KumbhRakshak brings monitoring signals and response tools into one command-centre website.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What the Platform Shows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 illustrative 3D guide links Nashik and Trimbakeshwar landmarks to the relevant crowd, map, camera, shelter and incident portals.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present build is a demonstration with simulated operational data. It is not an official navigation or emergency-response system.</a:t>
            </a:r>
          </a:p>
        </p:txBody>
      </p:sp>
    </p:spTree>
    <p:extLst>
      <p:ext uri="{BB962C8B-B14F-4D97-AF65-F5344CB8AC3E}">
        <p14:creationId xmlns:p14="http://schemas.microsoft.com/office/powerpoint/2010/main" val="19071046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7" name="Google Shape;10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0c034bed4df43c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8" name="Google Shape;110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41ab1321784f8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9" name="Google Shape;111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8e18027f3e45f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" name="Google Shape;113;p15">
            <a:extLst xmlns:a="http://schemas.openxmlformats.org/drawingml/2006/main">
              <a:ext uri="{FF2B5EF4-FFF2-40B4-BE49-F238E27FC236}">
                <a16:creationId xmlns:a16="http://schemas.microsoft.com/office/drawing/2014/main" id="{75923FEC-123A-4101-8487-D87AE9D8084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10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B31653AE-D151-4850-AAFF-27CEFCB4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330" y="1603661"/>
            <a:ext cx="6373800" cy="534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Problem Definition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1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92ee871d949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2" name="TextBox 1002">
            <a:extLst xmlns:a="http://schemas.openxmlformats.org/drawingml/2006/main">
              <a:ext uri="{FF2B5EF4-FFF2-40B4-BE49-F238E27FC236}">
                <a16:creationId xmlns:a16="http://schemas.microsoft.com/office/drawing/2014/main" id="{3237D01B-6600-48C7-BF8D-6ED8B926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The Core Problem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Crowd, camera, social and field signals arrive through separate channels during a large gathering.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Without place context, users may struggle to identify which facility or portal is relevant to a situation.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Unverified claims can add confusion, while response decisions still require evidence and human review.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7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How can one understandable interface connect locations, signals and response workflows for the Nashik-Trimbakeshwar Kumbh?</a:t>
            </a:r>
          </a:p>
        </p:txBody>
      </p:sp>
    </p:spTree>
    <p:extLst>
      <p:ext uri="{BB962C8B-B14F-4D97-AF65-F5344CB8AC3E}">
        <p14:creationId xmlns:p14="http://schemas.microsoft.com/office/powerpoint/2010/main" val="10424667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8" name="Google Shape;119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a10442353b42d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9" name="Google Shape;120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37834c47f294e1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0" name="Google Shape;121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a120e31b8348e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3" name="Google Shape;123;p16">
            <a:extLst xmlns:a="http://schemas.openxmlformats.org/drawingml/2006/main">
              <a:ext uri="{FF2B5EF4-FFF2-40B4-BE49-F238E27FC236}">
                <a16:creationId xmlns:a16="http://schemas.microsoft.com/office/drawing/2014/main" id="{7AA77C20-248F-42B9-8768-81DCA5B66C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94364B9-0804-487C-86E2-B9BA56EA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7" y="1603661"/>
            <a:ext cx="6373800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Project Objectives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b5f7f64c849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3" name="TextBox 1003">
            <a:extLst xmlns:a="http://schemas.openxmlformats.org/drawingml/2006/main">
              <a:ext uri="{FF2B5EF4-FFF2-40B4-BE49-F238E27FC236}">
                <a16:creationId xmlns:a16="http://schemas.microsoft.com/office/drawing/2014/main" id="{BCF270CD-4064-4D3D-8B20-139555E3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Primary Objective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Build a clear decision-support prototype for operators and project reviewers, centered on Nashik and Trimbakeshwar.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Specific Objectives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Explain key landmarks and portals through an interactive 3D place guide.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 crowd pressure, camera observations and incident information together.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social claims with available evidence before any public response.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Support shelter, resource and advisory workflows in one website.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Distinguish simulated data and schematic locations from verified field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205534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7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031fd600cc475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8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267fc96308c48c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70e748e3f447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DF1D90AE-CE29-42CD-92EF-CD4EA5A3F0E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5724233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Literature Survey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48EC87-8D2E-44ED-95C5-48E2550F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323" y="1908586"/>
            <a:ext cx="17651353" cy="4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e01db4e4d46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graphicFrame>
        <p:nvGraphicFramePr>
          <p:cNvPr id="154" name="Table 1004"/>
          <p:cNvGraphicFramePr/>
          <p:nvPr/>
        </p:nvGraphicFramePr>
        <p:xfrm>
          <a:off xmlns:a="http://schemas.openxmlformats.org/drawingml/2006/main" x="1350000" y="2210000"/>
          <a:ext xmlns:a="http://schemas.openxmlformats.org/drawingml/2006/main" cx="10300000" cy="4220000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0000"/>
                <a:gridCol w="3600000"/>
                <a:gridCol w="4100000"/>
              </a:tblGrid>
              <a:tr h="380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Author(s) / Year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Study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Key Finding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Aishwarya &amp; Vinay (2025)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 of social media and its impact on Maha Kumbh Mela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Facebook, X, Instagram and YouTube help organisers share updates, schedules and safety instructions, boosting participation.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Verma &amp; Bains (2025)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Security &amp; surveillance strategies, Maha Kumbh Mela 2025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Proposes a risk-assessment and stakeholder-coordination framework for crowd safety at mega religious gatherings.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Kumbh Twitter Study (2020)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Motivations &amp; experiences — insights from Twitter analytics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Analysed ~49,500 tweets from Kumbh 2019 to mine pilgrim sentiment and experience via network/content analytics.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Tiwari &amp; Chowdhary (2022)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Technology and crowd management: Kumbh case study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Mobile apps and smart tech improve headcounts, monitoring, multilingual info-sharing and safety at Kumbh scale.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JMIR Infodemiology (2025)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Impact of misinformation on social media in disasters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Misinformation during disasters spreads mainly via X, Facebook and WhatsApp; pre-emptive debunking limits its reach.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Simon et al. (2016)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Computers in Human Behaviour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Documents how WhatsApp rumours spread uncontrollably during a real search-and-rescue operation.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1545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0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5269c294634b3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1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6ba29fbf39458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2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2c826e5b5d408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7B2AE540-6FD8-4B2D-AFF2-9D3DBCA105A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5724233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Findings of Literature Survey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48EC87-8D2E-44ED-95C5-48E2550F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323" y="1908586"/>
            <a:ext cx="17651353" cy="4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1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6697881b044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5" name="TextBox 1005">
            <a:extLst xmlns:a="http://schemas.openxmlformats.org/drawingml/2006/main">
              <a:ext uri="{FF2B5EF4-FFF2-40B4-BE49-F238E27FC236}">
                <a16:creationId xmlns:a16="http://schemas.microsoft.com/office/drawing/2014/main" id="{81873F90-BA4C-4B7A-9F64-75089E84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750000"/>
            <a:ext cx="10300000" cy="38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What the Literature Confirms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Kumbh studies describe the difficulty of managing large pedestrian flows and coordinating safety teams.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Crowd research shows the value of zone-level observation and forecasting for early review.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Social-media studies also show that fast-moving rumours can complicate a real incident response.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The Gap We Address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KumbhRakshak demonstrates a place-linked interface that brings monitoring, claim review and response tools together. Field validation remains necessary.</a:t>
            </a:r>
          </a:p>
        </p:txBody>
      </p:sp>
    </p:spTree>
    <p:extLst>
      <p:ext uri="{BB962C8B-B14F-4D97-AF65-F5344CB8AC3E}">
        <p14:creationId xmlns:p14="http://schemas.microsoft.com/office/powerpoint/2010/main" val="34056389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3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be33df88d2456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4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e973ab3fad497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5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1bca8266ae499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B589B511-4C1C-4FAC-9855-A0CF70E98BD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Software /Hardware requirement</a:t>
            </a:r>
          </a:p>
        </p:txBody>
      </p:sp>
      <p:pic>
        <p:nvPicPr>
          <p:cNvPr id="101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721068d0444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7" name="TextBox 1007">
            <a:extLst xmlns:a="http://schemas.openxmlformats.org/drawingml/2006/main">
              <a:ext uri="{FF2B5EF4-FFF2-40B4-BE49-F238E27FC236}">
                <a16:creationId xmlns:a16="http://schemas.microsoft.com/office/drawing/2014/main" id="{7CB01C36-6401-4182-B9F1-7460801D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505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Software Requirements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Simulation: timeline and example incident injections</a:t>
            </a: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OpenStreetMap landmark links</a:t>
            </a: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Three.js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Backend: Python 3.12, FastAPI and WebSockets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Data: Firestore adapter with in-memory demo mode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Frontend: Next.js, React, Tailwind CSS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 modules: vision, text clustering, risk and forecasting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Mapping: Mapbox GL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Packaging: Docker and Docker Compose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Tools: Git, GitHub and VS Code</a:t>
            </a:r>
          </a:p>
        </p:txBody>
      </p:sp>
      <p:sp>
        <p:nvSpPr>
          <p:cNvPr id="1008" name="TextBox 1008">
            <a:extLst xmlns:a="http://schemas.openxmlformats.org/drawingml/2006/main">
              <a:ext uri="{FF2B5EF4-FFF2-40B4-BE49-F238E27FC236}">
                <a16:creationId xmlns:a16="http://schemas.microsoft.com/office/drawing/2014/main" id="{48ACB76F-B406-4509-A9F7-64184EF0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000" y="2230000"/>
            <a:ext cx="505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Hardware Requirements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Demo machine: modern CPU, 8-16 GB RAM and SSD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GPU optional for local camera-model inference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Permissioned CCTV or video feeds needed for a real pilot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Reliable network and secure server for deployment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Official GIS and facility data required before field use</a:t>
            </a:r>
          </a:p>
        </p:txBody>
      </p:sp>
    </p:spTree>
    <p:extLst>
      <p:ext uri="{BB962C8B-B14F-4D97-AF65-F5344CB8AC3E}">
        <p14:creationId xmlns:p14="http://schemas.microsoft.com/office/powerpoint/2010/main" val="15818828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7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8f173c77224b4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8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420562d3b44f2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9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3e4f347a7b432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0CDCB2-EB0C-4CEB-A885-CF29A2DE39C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System design</a:t>
            </a:r>
          </a:p>
        </p:txBody>
      </p:sp>
      <p:pic>
        <p:nvPicPr>
          <p:cNvPr id="102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3f0b0ca4d4e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Shape 1001">
            <a:extLst xmlns:a="http://schemas.openxmlformats.org/drawingml/2006/main">
              <a:ext uri="{FF2B5EF4-FFF2-40B4-BE49-F238E27FC236}">
                <a16:creationId xmlns:a16="http://schemas.microsoft.com/office/drawing/2014/main" id="{7CEF4F83-606C-4AC7-B9DC-E797128D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Place &amp;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Camera Signals</a:t>
            </a:r>
          </a:p>
        </p:txBody>
      </p:sp>
      <p:sp>
        <p:nvSpPr>
          <p:cNvPr id="1002" name="Arrow 1002">
            <a:extLst xmlns:a="http://schemas.openxmlformats.org/drawingml/2006/main">
              <a:ext uri="{FF2B5EF4-FFF2-40B4-BE49-F238E27FC236}">
                <a16:creationId xmlns:a16="http://schemas.microsoft.com/office/drawing/2014/main" id="{379FB55D-3B19-46BF-948B-4C4DF79B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3" name="Shape 1003">
            <a:extLst xmlns:a="http://schemas.openxmlformats.org/drawingml/2006/main">
              <a:ext uri="{FF2B5EF4-FFF2-40B4-BE49-F238E27FC236}">
                <a16:creationId xmlns:a16="http://schemas.microsoft.com/office/drawing/2014/main" id="{B34FC61B-346E-4E8D-8AF7-AA07E294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Social &amp;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Field Reports</a:t>
            </a:r>
          </a:p>
        </p:txBody>
      </p:sp>
      <p:sp>
        <p:nvSpPr>
          <p:cNvPr id="1004" name="Arrow 1004">
            <a:extLst xmlns:a="http://schemas.openxmlformats.org/drawingml/2006/main">
              <a:ext uri="{FF2B5EF4-FFF2-40B4-BE49-F238E27FC236}">
                <a16:creationId xmlns:a16="http://schemas.microsoft.com/office/drawing/2014/main" id="{1566A6B1-8600-4391-B220-64A7CCE0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5" name="Shape 1005">
            <a:extLst xmlns:a="http://schemas.openxmlformats.org/drawingml/2006/main">
              <a:ext uri="{FF2B5EF4-FFF2-40B4-BE49-F238E27FC236}">
                <a16:creationId xmlns:a16="http://schemas.microsoft.com/office/drawing/2014/main" id="{8C0A885C-6551-4CFA-8EE0-FA79C6DB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Event &amp; Claim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Review</a:t>
            </a:r>
          </a:p>
        </p:txBody>
      </p:sp>
      <p:sp>
        <p:nvSpPr>
          <p:cNvPr id="1006" name="Arrow 1006">
            <a:extLst xmlns:a="http://schemas.openxmlformats.org/drawingml/2006/main">
              <a:ext uri="{FF2B5EF4-FFF2-40B4-BE49-F238E27FC236}">
                <a16:creationId xmlns:a16="http://schemas.microsoft.com/office/drawing/2014/main" id="{0331499C-7375-45F2-BAF3-06A761C4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7" name="Shape 1007">
            <a:extLst xmlns:a="http://schemas.openxmlformats.org/drawingml/2006/main">
              <a:ext uri="{FF2B5EF4-FFF2-40B4-BE49-F238E27FC236}">
                <a16:creationId xmlns:a16="http://schemas.microsoft.com/office/drawing/2014/main" id="{37B0B1BC-671A-4762-BFE9-A23A4DD6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Risk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Scoring</a:t>
            </a:r>
          </a:p>
        </p:txBody>
      </p:sp>
      <p:sp>
        <p:nvSpPr>
          <p:cNvPr id="1008" name="Arrow 1008">
            <a:extLst xmlns:a="http://schemas.openxmlformats.org/drawingml/2006/main">
              <a:ext uri="{FF2B5EF4-FFF2-40B4-BE49-F238E27FC236}">
                <a16:creationId xmlns:a16="http://schemas.microsoft.com/office/drawing/2014/main" id="{D70C9852-8314-4060-8539-886DB2ED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9" name="Shape 1009">
            <a:extLst xmlns:a="http://schemas.openxmlformats.org/drawingml/2006/main">
              <a:ext uri="{FF2B5EF4-FFF2-40B4-BE49-F238E27FC236}">
                <a16:creationId xmlns:a16="http://schemas.microsoft.com/office/drawing/2014/main" id="{0858B642-5C20-4BB3-98D0-897E786F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Human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Decision</a:t>
            </a:r>
          </a:p>
        </p:txBody>
      </p:sp>
      <p:sp>
        <p:nvSpPr>
          <p:cNvPr id="1010" name="Arrow 1010">
            <a:extLst xmlns:a="http://schemas.openxmlformats.org/drawingml/2006/main">
              <a:ext uri="{FF2B5EF4-FFF2-40B4-BE49-F238E27FC236}">
                <a16:creationId xmlns:a16="http://schemas.microsoft.com/office/drawing/2014/main" id="{3D3A86B3-1B1E-4669-9FC4-5863C6A3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1" name="Shape 1011">
            <a:extLst xmlns:a="http://schemas.openxmlformats.org/drawingml/2006/main">
              <a:ext uri="{FF2B5EF4-FFF2-40B4-BE49-F238E27FC236}">
                <a16:creationId xmlns:a16="http://schemas.microsoft.com/office/drawing/2014/main" id="{2153642F-A7F4-417E-BE90-C2D25077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Portal &amp;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Advisory</a:t>
            </a:r>
          </a:p>
        </p:txBody>
      </p:sp>
      <p:sp>
        <p:nvSpPr>
          <p:cNvPr id="1012" name="TextBox 1012">
            <a:extLst xmlns:a="http://schemas.openxmlformats.org/drawingml/2006/main">
              <a:ext uri="{FF2B5EF4-FFF2-40B4-BE49-F238E27FC236}">
                <a16:creationId xmlns:a16="http://schemas.microsoft.com/office/drawing/2014/main" id="{1D2CFA0E-D9B8-4C2A-9FF5-932C7D0E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3410000"/>
            <a:ext cx="10300000" cy="32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19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Data Flow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Place, camera and public-report inputs are organized into location-linked views.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system groups observations and presents claims with supporting or missing evidence.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Risk indicators support review; a human operator remains responsible for any action.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Approved information can then be displayed in the dashboard and advisory workflow.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8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854d716ee0480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9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08b1a92d5a4c0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0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e90d10c898412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2E6F93BB-8989-4DA7-A8D4-89DF826B755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System implementation </a:t>
            </a:r>
          </a:p>
        </p:txBody>
      </p:sp>
      <p:pic>
        <p:nvPicPr>
          <p:cNvPr id="102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a32da6b0949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13" name="TextBox 1013">
            <a:extLst xmlns:a="http://schemas.openxmlformats.org/drawingml/2006/main">
              <a:ext uri="{FF2B5EF4-FFF2-40B4-BE49-F238E27FC236}">
                <a16:creationId xmlns:a16="http://schemas.microsoft.com/office/drawing/2014/main" id="{63831E27-B593-4FE2-AC4D-EE97E364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Implemented Prototype Modules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 place guide: schematic Nashik and Trimbakeshwar scenes with portal links.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Overview dashboard: feature guide, situation indicators and incident review.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Simulation: a 16-step timeline and manual demo-event injections.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Crowd portal: example 15, 30 and 60-minute forecasts and holding-area views.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Other portals: camera, incident, shelter, resource and public-report workflows.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Claim scanner: a demo interface for evidence review; real feeds require integration.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19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Tech Stack in Practice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Next.js frontend, FastAPI backend, WebSockets and an in-memory demo database.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0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acad81e95e457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1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f01c5764554ad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2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4553e27f39409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40B262F3-3571-4DF8-A2F7-AE7B3BE18B2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3D Place Guide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989ae736944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0D2854BC-7887-48FE-A449-09D5361E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pic>
        <p:nvPicPr>
          <p:cNvPr id="10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6376c75f54b56"/>
          <a:stretch xmlns:a="http://schemas.openxmlformats.org/drawingml/2006/main"/>
        </p:blipFill>
        <p:spPr>
          <a:xfrm xmlns:a="http://schemas.openxmlformats.org/drawingml/2006/main">
            <a:off x="1381125" y="2414727"/>
            <a:ext cx="4857750" cy="2981046"/>
          </a:xfrm>
          <a:prstGeom xmlns:a="http://schemas.openxmlformats.org/drawingml/2006/main" prst="rect">
            <a:avLst/>
          </a:prstGeom>
        </p:spPr>
      </p:pic>
      <p:sp>
        <p:nvSpPr>
          <p:cNvPr id="1007" name="caption-Nashik Ramkund illustrative 3D scene">
            <a:extLst xmlns:a="http://schemas.openxmlformats.org/drawingml/2006/main">
              <a:ext uri="{FF2B5EF4-FFF2-40B4-BE49-F238E27FC236}">
                <a16:creationId xmlns:a16="http://schemas.microsoft.com/office/drawing/2014/main" id="{5BDA3433-654B-4079-8148-9B92454A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483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>Nashik riverfront: Ramkund and portal links</a:t>
            </a:r>
          </a:p>
        </p:txBody>
      </p:sp>
      <p:pic>
        <p:nvPicPr>
          <p:cNvPr id="10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d6e6557b3431d"/>
          <a:stretch xmlns:a="http://schemas.openxmlformats.org/drawingml/2006/main"/>
        </p:blipFill>
        <p:spPr>
          <a:xfrm xmlns:a="http://schemas.openxmlformats.org/drawingml/2006/main">
            <a:off x="6477000" y="2414727"/>
            <a:ext cx="4857750" cy="2981046"/>
          </a:xfrm>
          <a:prstGeom xmlns:a="http://schemas.openxmlformats.org/drawingml/2006/main" prst="rect">
            <a:avLst/>
          </a:prstGeom>
        </p:spPr>
      </p:pic>
      <p:sp>
        <p:nvSpPr>
          <p:cNvPr id="1009" name="caption-Trimbakeshwar illustrative 3D scene">
            <a:extLst xmlns:a="http://schemas.openxmlformats.org/drawingml/2006/main">
              <a:ext uri="{FF2B5EF4-FFF2-40B4-BE49-F238E27FC236}">
                <a16:creationId xmlns:a16="http://schemas.microsoft.com/office/drawing/2014/main" id="{A6A054A6-1643-4683-AAE3-760B80EA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483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>Trimbakeshwar: separate landmark scene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0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e6cc3d733148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1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657d5a3bea496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2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d54954e8b847c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40B262F3-3571-4DF8-A2F7-AE7B3BE18B2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Prototype Website Screens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4aabd289747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0D2854BC-7887-48FE-A449-09D5361E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pic>
        <p:nvPicPr>
          <p:cNvPr id="10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3321168204b80"/>
          <a:stretch xmlns:a="http://schemas.openxmlformats.org/drawingml/2006/main"/>
        </p:blipFill>
        <p:spPr>
          <a:xfrm xmlns:a="http://schemas.openxmlformats.org/drawingml/2006/main">
            <a:off x="1381125" y="2367102"/>
            <a:ext cx="4857750" cy="2981046"/>
          </a:xfrm>
          <a:prstGeom xmlns:a="http://schemas.openxmlformats.org/drawingml/2006/main" prst="rect">
            <a:avLst/>
          </a:prstGeom>
        </p:spPr>
      </p:pic>
      <p:sp>
        <p:nvSpPr>
          <p:cNvPr id="1007" name="caption-KumbhRakshak overview dashboard">
            <a:extLst xmlns:a="http://schemas.openxmlformats.org/drawingml/2006/main">
              <a:ext uri="{FF2B5EF4-FFF2-40B4-BE49-F238E27FC236}">
                <a16:creationId xmlns:a16="http://schemas.microsoft.com/office/drawing/2014/main" id="{42108CA6-2878-48C6-8A93-5A5AF03B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578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>Overview and feature guide</a:t>
            </a:r>
          </a:p>
        </p:txBody>
      </p:sp>
      <p:pic>
        <p:nvPicPr>
          <p:cNvPr id="10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83f892d154d89"/>
          <a:stretch xmlns:a="http://schemas.openxmlformats.org/drawingml/2006/main"/>
        </p:blipFill>
        <p:spPr>
          <a:xfrm xmlns:a="http://schemas.openxmlformats.org/drawingml/2006/main">
            <a:off x="6477000" y="2367102"/>
            <a:ext cx="4857750" cy="2981046"/>
          </a:xfrm>
          <a:prstGeom xmlns:a="http://schemas.openxmlformats.org/drawingml/2006/main" prst="rect">
            <a:avLst/>
          </a:prstGeom>
        </p:spPr>
      </p:pic>
      <p:sp>
        <p:nvSpPr>
          <p:cNvPr id="1009" name="caption-KumbhRakshak crowd forecast portal">
            <a:extLst xmlns:a="http://schemas.openxmlformats.org/drawingml/2006/main">
              <a:ext uri="{FF2B5EF4-FFF2-40B4-BE49-F238E27FC236}">
                <a16:creationId xmlns:a16="http://schemas.microsoft.com/office/drawing/2014/main" id="{F76E7AB8-99AB-499E-A521-45C723CF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578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>Crowd portal: illustrative forecast values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6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10e1bce9b2408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7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9b16c07e79456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8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1dd37848f44d3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40B262F3-3571-4DF8-A2F7-AE7B3BE18B2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Results  </a:t>
            </a:r>
          </a:p>
        </p:txBody>
      </p:sp>
      <p:pic>
        <p:nvPicPr>
          <p:cNvPr id="10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c08011d2848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0D2854BC-7887-48FE-A449-09D5361E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Demonstrated Outcomes (Prototype)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local simulation starts, pauses and accepts a test fire event with telemetry logging.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3D Nashik guide links Ramkund to its crowd portal; Trimbakeshwar has a separate scene.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crowd page shows example 15, 30 and 60-minute forecast cards.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overview explains how to explore, monitor and respond across the available portals.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Six core backend tests passed in the local demo environment.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19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Scope of Current Results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These are software-demo results. Locations, event values and forecasts are illustrative, with no field-performance claim.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7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e5c7de3cbd40d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8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1cfd95fac6457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9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93879a7367d442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0" name="Google Shape;140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119350f7e74fd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34697" y="157876"/>
            <a:ext cx="6471384" cy="11708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2D2CC73D-EB57-47BA-965A-2F27F009142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7" y="1603661"/>
            <a:ext cx="4683224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02" name="TextBox 1002">
            <a:extLst xmlns:a="http://schemas.openxmlformats.org/drawingml/2006/main">
              <a:ext uri="{FF2B5EF4-FFF2-40B4-BE49-F238E27FC236}">
                <a16:creationId xmlns:a16="http://schemas.microsoft.com/office/drawing/2014/main" id="{0141E088-071B-4324-942A-B04BAECF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633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Prioritised Roadmap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Replace schematic pins with approved 2027 GIS, ghat and facility coordinates.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Integrate permissioned CCTV, incident feeds and validated crowd counts.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Measure false alerts, model accuracy and response latency with local operators.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 audit logs, access control and human approval for public advisories.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Test multilingual and low-connectivity guidance with pilgrims and volunteers.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Run a staged pilot before any operational or emergency use.</a:t>
            </a:r>
          </a:p>
        </p:txBody>
      </p:sp>
    </p:spTree>
    <p:extLst>
      <p:ext uri="{BB962C8B-B14F-4D97-AF65-F5344CB8AC3E}">
        <p14:creationId xmlns:p14="http://schemas.microsoft.com/office/powerpoint/2010/main" val="227489047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8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dfdf4fa5ba42e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9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6e03c4af3a453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0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5992a783bc4ba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AFADA8F7-8C87-4BC6-A06D-B2D7F6F2F4F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722" y="1762779"/>
            <a:ext cx="4683224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References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d8ed4494d46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3" name="TextBox 1003">
            <a:extLst xmlns:a="http://schemas.openxmlformats.org/drawingml/2006/main">
              <a:ext uri="{FF2B5EF4-FFF2-40B4-BE49-F238E27FC236}">
                <a16:creationId xmlns:a16="http://schemas.microsoft.com/office/drawing/2014/main" id="{D9672C47-A96F-4926-B5BF-C6E3D145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657" y="237478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[1] Nashik District Administration. Ramkund Nashik: official landmark information.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[2] Nashik District Administration. Kushavart Tirtha, Trimbakeshwar: official landmark information.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[3] Kanaujiya, A.K. &amp; Tiwari, V. (2022). Crowd management and security at Prayagraj Kumbh Mela 2019. National Academy Science Letters.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[4] Tiwari, S. &amp; Chowdhary, R. (2022). Technology and crowd management: Kumbh case study.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[5] JMIR Infodemiology (2025). Narrative review of disaster misinformation on social media.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[6] KumbhRakshak project code and local demo, accessed 3 October 2026.</a:t>
            </a:r>
          </a:p>
        </p:txBody>
      </p:sp>
    </p:spTree>
    <p:extLst>
      <p:ext uri="{BB962C8B-B14F-4D97-AF65-F5344CB8AC3E}">
        <p14:creationId xmlns:p14="http://schemas.microsoft.com/office/powerpoint/2010/main" val="146968795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6" name="Google Shape;156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605e70c3b51437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7" name="Google Shape;157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6950c88e284e8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8" name="Google Shape;158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c014ed1697401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0" name="Google Shape;160;p20">
            <a:extLst xmlns:a="http://schemas.openxmlformats.org/drawingml/2006/main">
              <a:ext uri="{FF2B5EF4-FFF2-40B4-BE49-F238E27FC236}">
                <a16:creationId xmlns:a16="http://schemas.microsoft.com/office/drawing/2014/main" id="{FF863631-A0E9-4BB5-A4C5-5B2062BC614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161" name="Google Shape;161;p20">
            <a:extLst xmlns:a="http://schemas.openxmlformats.org/drawingml/2006/main">
              <a:ext uri="{FF2B5EF4-FFF2-40B4-BE49-F238E27FC236}">
                <a16:creationId xmlns:a16="http://schemas.microsoft.com/office/drawing/2014/main" id="{12CA1A0A-F93E-4318-87A9-A4226BD3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558" y="2902828"/>
            <a:ext cx="4162883" cy="105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6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Thank You</a:t>
            </a:r>
            <a:endParaRPr sz="60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7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3ae0583d54f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698380567"/>
      </p:ext>
    </p:extLst>
  </p:cSld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2026-10-03T16:47:58.2680000Z</dcterms:created>
  <dcterms:modified xsi:type="dcterms:W3CDTF">2026-10-03T16:47:58.2680000Z</dcterms:modified>
</coreProperties>
</file>